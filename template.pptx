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65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70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t2/assets/bgpatter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3840480"/>
            <a:ext cx="4937760" cy="301752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4" name="Image 1" descr="/home/claude/imt2/assets/logo_full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897665"/>
            <a:ext cx="1828800" cy="16402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 err="1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opleiding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40080" y="2514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 err="1">
                <a:solidFill>
                  <a:srgbClr val="FFFFFF"/>
                </a:solidFill>
                <a:latin typeface="Century Gothic" pitchFamily="34" charset="0"/>
              </a:rPr>
              <a:t>Titelslide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F2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subtitel</a:t>
            </a:r>
            <a:endParaRPr lang="en-US" sz="1500" dirty="0"/>
          </a:p>
        </p:txBody>
      </p:sp>
      <p:pic>
        <p:nvPicPr>
          <p:cNvPr id="8" name="Image 2" descr="/home/claude/imt2/assets/ap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752" y="5937761"/>
            <a:ext cx="1097280" cy="508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waarin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slide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afspeelt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pic>
        <p:nvPicPr>
          <p:cNvPr id="3" name="Image 0" descr="/home/claude/imt2/assets/Gemini_kraan_gs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7668" y="1463039"/>
            <a:ext cx="4707908" cy="4325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9700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Tekst</a:t>
            </a:r>
            <a:r>
              <a:rPr lang="en-US" sz="2600" dirty="0">
                <a:solidFill>
                  <a:srgbClr val="9700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van </a:t>
            </a:r>
            <a:r>
              <a:rPr lang="en-US" sz="2600" dirty="0" err="1">
                <a:solidFill>
                  <a:srgbClr val="9700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een</a:t>
            </a:r>
            <a:r>
              <a:rPr lang="en-US" sz="2600" dirty="0">
                <a:solidFill>
                  <a:srgbClr val="9700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slide.</a:t>
            </a:r>
            <a:endParaRPr lang="en-US" sz="2600" dirty="0"/>
          </a:p>
        </p:txBody>
      </p:sp>
      <p:pic>
        <p:nvPicPr>
          <p:cNvPr id="5" name="Image 1" descr="/home/claude/imt2/assets/wedge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5512146"/>
            <a:ext cx="1554480" cy="13915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7455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bruikbare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kleuren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300" b="1" kern="0" spc="200" dirty="0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schemas en </a:t>
            </a:r>
            <a:r>
              <a:rPr lang="en-US" sz="1300" b="1" kern="0" spc="200" dirty="0" err="1">
                <a:solidFill>
                  <a:srgbClr val="C40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overzichtsblokken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 err="1">
                <a:solidFill>
                  <a:srgbClr val="9700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68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36976" y="2350008"/>
            <a:ext cx="91440" cy="91440"/>
          </a:xfrm>
          <a:prstGeom prst="ellipse">
            <a:avLst/>
          </a:prstGeom>
          <a:solidFill>
            <a:srgbClr val="D6D2D3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7F2F2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97000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807208"/>
            <a:ext cx="21762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0176" y="2350008"/>
            <a:ext cx="91440" cy="91440"/>
          </a:xfrm>
          <a:prstGeom prst="ellipse">
            <a:avLst/>
          </a:prstGeom>
          <a:solidFill>
            <a:srgbClr val="D6D2D3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2" name="Shape 10"/>
          <p:cNvSpPr/>
          <p:nvPr/>
        </p:nvSpPr>
        <p:spPr>
          <a:xfrm>
            <a:off x="3383280" y="205740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7F2F2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3" name="Shape 11"/>
          <p:cNvSpPr/>
          <p:nvPr/>
        </p:nvSpPr>
        <p:spPr>
          <a:xfrm>
            <a:off x="3383280" y="20574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C40009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3566160" y="21214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84448" y="2807208"/>
            <a:ext cx="21762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23376" y="2350008"/>
            <a:ext cx="91440" cy="91440"/>
          </a:xfrm>
          <a:prstGeom prst="ellipse">
            <a:avLst/>
          </a:prstGeom>
          <a:solidFill>
            <a:srgbClr val="D6D2D3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8" name="Shape 16"/>
          <p:cNvSpPr/>
          <p:nvPr/>
        </p:nvSpPr>
        <p:spPr>
          <a:xfrm>
            <a:off x="6126480" y="205740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7F2F2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59C00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0" name="Text 18"/>
          <p:cNvSpPr/>
          <p:nvPr/>
        </p:nvSpPr>
        <p:spPr>
          <a:xfrm>
            <a:off x="6309360" y="21214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27648" y="2807208"/>
            <a:ext cx="21762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69680" y="205740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7F2F2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4" name="Shape 22"/>
          <p:cNvSpPr/>
          <p:nvPr/>
        </p:nvSpPr>
        <p:spPr>
          <a:xfrm>
            <a:off x="8869680" y="20574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68676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5" name="Text 23"/>
          <p:cNvSpPr/>
          <p:nvPr/>
        </p:nvSpPr>
        <p:spPr>
          <a:xfrm>
            <a:off x="9052560" y="212140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0" y="2331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70848" y="2807208"/>
            <a:ext cx="217627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</a:t>
            </a:r>
            <a:endParaRPr lang="en-US" sz="1150" dirty="0"/>
          </a:p>
        </p:txBody>
      </p:sp>
      <p:pic>
        <p:nvPicPr>
          <p:cNvPr id="28" name="Image 0" descr="/home/claude/imt2/assets/wedg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5512146"/>
            <a:ext cx="1554480" cy="139157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27455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</Words>
  <Application>Microsoft Office PowerPoint</Application>
  <PresentationFormat>Breedbeeld</PresentationFormat>
  <Paragraphs>25</Paragraphs>
  <Slides>3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Arial</vt:lpstr>
      <vt:lpstr>Calibri</vt:lpstr>
      <vt:lpstr>Century Gothic</vt:lpstr>
      <vt:lpstr>Office Theme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IMT - Terugkoppeling en Vooruitzicht</dc:title>
  <dc:subject>PptxGenJS Presentation</dc:subject>
  <dc:creator>Steven</dc:creator>
  <cp:lastModifiedBy>Charpentier Steven</cp:lastModifiedBy>
  <cp:revision>3</cp:revision>
  <dcterms:created xsi:type="dcterms:W3CDTF">2026-06-29T22:35:15Z</dcterms:created>
  <dcterms:modified xsi:type="dcterms:W3CDTF">2026-09-28T15:59:59Z</dcterms:modified>
</cp:coreProperties>
</file>